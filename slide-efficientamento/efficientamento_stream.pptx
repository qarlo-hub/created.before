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[n/a] redundant items removed: from [n/a] to [n/a] across 3 streams</a:t>
            </a:r>
            <a:endParaRPr lang="en-US" sz="26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items per stream, before and after the analysis</a:t>
            </a:r>
            <a:endParaRPr lang="en-US" sz="1400" dirty="0"/>
          </a:p>
        </p:txBody>
      </p:sp>
      <p:sp>
        <p:nvSpPr>
          <p:cNvPr id="4" name="KPI Baseline"/>
          <p:cNvSpPr/>
          <p:nvPr/>
        </p:nvSpPr>
        <p:spPr>
          <a:xfrm>
            <a:off x="548640" y="169164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4F6F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38528"/>
            <a:ext cx="118872" cy="118872"/>
          </a:xfrm>
          <a:prstGeom prst="ellipse">
            <a:avLst/>
          </a:prstGeom>
          <a:solidFill>
            <a:srgbClr val="C9D0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24128" y="1856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691640"/>
            <a:ext cx="6080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KPI Items removed"/>
          <p:cNvSpPr/>
          <p:nvPr/>
        </p:nvSpPr>
        <p:spPr>
          <a:xfrm>
            <a:off x="4448556" y="169164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BE2D9"/>
          </a:solidFill>
          <a:ln/>
        </p:spPr>
      </p:sp>
      <p:sp>
        <p:nvSpPr>
          <p:cNvPr id="10" name="Shape 8"/>
          <p:cNvSpPr/>
          <p:nvPr/>
        </p:nvSpPr>
        <p:spPr>
          <a:xfrm>
            <a:off x="4722876" y="1938528"/>
            <a:ext cx="118872" cy="118872"/>
          </a:xfrm>
          <a:prstGeom prst="ellipse">
            <a:avLst/>
          </a:prstGeom>
          <a:solidFill>
            <a:srgbClr val="E861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24044" y="1856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REMOVED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722876" y="2148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740396" y="1691640"/>
            <a:ext cx="6080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KPI Final state"/>
          <p:cNvSpPr/>
          <p:nvPr/>
        </p:nvSpPr>
        <p:spPr>
          <a:xfrm>
            <a:off x="8348472" y="169164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4F6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622792" y="1938528"/>
            <a:ext cx="118872" cy="118872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23960" y="1856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622792" y="2148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90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BY STREAM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09067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PERIOD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977640" y="3163824"/>
            <a:ext cx="219456" cy="128016"/>
          </a:xfrm>
          <a:prstGeom prst="roundRect">
            <a:avLst>
              <a:gd name="adj" fmla="val 28571"/>
            </a:avLst>
          </a:prstGeom>
          <a:solidFill>
            <a:srgbClr val="C9D0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70248" y="30906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212080" y="3163824"/>
            <a:ext cx="219456" cy="128016"/>
          </a:xfrm>
          <a:prstGeom prst="roundRect">
            <a:avLst>
              <a:gd name="adj" fmla="val 28571"/>
            </a:avLst>
          </a:prstGeom>
          <a:solidFill>
            <a:srgbClr val="E861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504688" y="30906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3163824"/>
            <a:ext cx="219456" cy="128016"/>
          </a:xfrm>
          <a:prstGeom prst="roundRect">
            <a:avLst>
              <a:gd name="adj" fmla="val 28571"/>
            </a:avLst>
          </a:prstGeom>
          <a:solidFill>
            <a:srgbClr val="17375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39128" y="30906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01000" y="3090672"/>
            <a:ext cx="0" cy="3246120"/>
          </a:xfrm>
          <a:prstGeom prst="line">
            <a:avLst/>
          </a:prstGeom>
          <a:noFill/>
          <a:ln w="12700">
            <a:solidFill>
              <a:srgbClr val="E3E7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75320" y="6025896"/>
            <a:ext cx="3364992" cy="0"/>
          </a:xfrm>
          <a:prstGeom prst="line">
            <a:avLst/>
          </a:prstGeom>
          <a:noFill/>
          <a:ln w="12700">
            <a:solidFill>
              <a:srgbClr val="C9D0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56616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1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886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removed</a:t>
            </a:r>
            <a:endParaRPr lang="en-US" sz="1300" dirty="0"/>
          </a:p>
        </p:txBody>
      </p:sp>
      <p:sp>
        <p:nvSpPr>
          <p:cNvPr id="30" name="Stream 1 baseline"/>
          <p:cNvSpPr/>
          <p:nvPr/>
        </p:nvSpPr>
        <p:spPr>
          <a:xfrm>
            <a:off x="2148840" y="3611880"/>
            <a:ext cx="4572000" cy="237744"/>
          </a:xfrm>
          <a:prstGeom prst="roundRect">
            <a:avLst>
              <a:gd name="adj" fmla="val 19231"/>
            </a:avLst>
          </a:prstGeom>
          <a:solidFill>
            <a:srgbClr val="C9D0D9"/>
          </a:solidFill>
          <a:ln/>
        </p:spPr>
      </p:sp>
      <p:sp>
        <p:nvSpPr>
          <p:cNvPr id="31" name="Stream 1 final"/>
          <p:cNvSpPr/>
          <p:nvPr/>
        </p:nvSpPr>
        <p:spPr>
          <a:xfrm>
            <a:off x="2148840" y="3913632"/>
            <a:ext cx="2834640" cy="237744"/>
          </a:xfrm>
          <a:prstGeom prst="roundRect">
            <a:avLst>
              <a:gd name="adj" fmla="val 19231"/>
            </a:avLst>
          </a:prstGeom>
          <a:solidFill>
            <a:srgbClr val="17375E"/>
          </a:solidFill>
          <a:ln/>
        </p:spPr>
      </p:sp>
      <p:sp>
        <p:nvSpPr>
          <p:cNvPr id="32" name="Stream 1 removed"/>
          <p:cNvSpPr/>
          <p:nvPr/>
        </p:nvSpPr>
        <p:spPr>
          <a:xfrm>
            <a:off x="4983480" y="3913632"/>
            <a:ext cx="1737360" cy="237744"/>
          </a:xfrm>
          <a:prstGeom prst="rect">
            <a:avLst/>
          </a:prstGeom>
          <a:solidFill>
            <a:srgbClr val="FBE2D9"/>
          </a:solidFill>
          <a:ln w="12700">
            <a:solidFill>
              <a:srgbClr val="E8613C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6858000" y="35844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8862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3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600" dirty="0"/>
          </a:p>
        </p:txBody>
      </p:sp>
      <p:sp>
        <p:nvSpPr>
          <p:cNvPr id="35" name="Stream 1 period"/>
          <p:cNvSpPr/>
          <p:nvPr/>
        </p:nvSpPr>
        <p:spPr>
          <a:xfrm>
            <a:off x="8275320" y="3913632"/>
            <a:ext cx="1682496" cy="237744"/>
          </a:xfrm>
          <a:prstGeom prst="roundRect">
            <a:avLst>
              <a:gd name="adj" fmla="val 50000"/>
            </a:avLst>
          </a:prstGeom>
          <a:solidFill>
            <a:srgbClr val="5F7F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75320" y="3584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Mmm yyyy – dd Mmm yyyy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4297680"/>
            <a:ext cx="726948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440740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2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removed</a:t>
            </a:r>
            <a:endParaRPr lang="en-US" sz="1300" dirty="0"/>
          </a:p>
        </p:txBody>
      </p:sp>
      <p:sp>
        <p:nvSpPr>
          <p:cNvPr id="40" name="Stream 2 baseline"/>
          <p:cNvSpPr/>
          <p:nvPr/>
        </p:nvSpPr>
        <p:spPr>
          <a:xfrm>
            <a:off x="2148840" y="4453128"/>
            <a:ext cx="3291840" cy="237744"/>
          </a:xfrm>
          <a:prstGeom prst="roundRect">
            <a:avLst>
              <a:gd name="adj" fmla="val 19231"/>
            </a:avLst>
          </a:prstGeom>
          <a:solidFill>
            <a:srgbClr val="C9D0D9"/>
          </a:solidFill>
          <a:ln/>
        </p:spPr>
      </p:sp>
      <p:sp>
        <p:nvSpPr>
          <p:cNvPr id="41" name="Stream 2 final"/>
          <p:cNvSpPr/>
          <p:nvPr/>
        </p:nvSpPr>
        <p:spPr>
          <a:xfrm>
            <a:off x="2148840" y="4754880"/>
            <a:ext cx="2286000" cy="237744"/>
          </a:xfrm>
          <a:prstGeom prst="roundRect">
            <a:avLst>
              <a:gd name="adj" fmla="val 19231"/>
            </a:avLst>
          </a:prstGeom>
          <a:solidFill>
            <a:srgbClr val="17375E"/>
          </a:solidFill>
          <a:ln/>
        </p:spPr>
      </p:sp>
      <p:sp>
        <p:nvSpPr>
          <p:cNvPr id="42" name="Stream 2 removed"/>
          <p:cNvSpPr/>
          <p:nvPr/>
        </p:nvSpPr>
        <p:spPr>
          <a:xfrm>
            <a:off x="4434840" y="4754880"/>
            <a:ext cx="1005840" cy="237744"/>
          </a:xfrm>
          <a:prstGeom prst="rect">
            <a:avLst/>
          </a:prstGeom>
          <a:solidFill>
            <a:srgbClr val="FBE2D9"/>
          </a:solidFill>
          <a:ln w="12700">
            <a:solidFill>
              <a:srgbClr val="E8613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58000" y="4425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858000" y="47274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3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600" dirty="0"/>
          </a:p>
        </p:txBody>
      </p:sp>
      <p:sp>
        <p:nvSpPr>
          <p:cNvPr id="45" name="Stream 2 period"/>
          <p:cNvSpPr/>
          <p:nvPr/>
        </p:nvSpPr>
        <p:spPr>
          <a:xfrm>
            <a:off x="8823960" y="4754880"/>
            <a:ext cx="1682496" cy="237744"/>
          </a:xfrm>
          <a:prstGeom prst="roundRect">
            <a:avLst>
              <a:gd name="adj" fmla="val 50000"/>
            </a:avLst>
          </a:prstGeom>
          <a:solidFill>
            <a:srgbClr val="5F7FA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823960" y="44256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Mmm yyyy – dd Mmm yyyy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138928"/>
            <a:ext cx="726948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" y="524865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3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5686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removed</a:t>
            </a:r>
            <a:endParaRPr lang="en-US" sz="1300" dirty="0"/>
          </a:p>
        </p:txBody>
      </p:sp>
      <p:sp>
        <p:nvSpPr>
          <p:cNvPr id="50" name="Stream 3 baseline"/>
          <p:cNvSpPr/>
          <p:nvPr/>
        </p:nvSpPr>
        <p:spPr>
          <a:xfrm>
            <a:off x="2148840" y="5294376"/>
            <a:ext cx="2286000" cy="237744"/>
          </a:xfrm>
          <a:prstGeom prst="roundRect">
            <a:avLst>
              <a:gd name="adj" fmla="val 19231"/>
            </a:avLst>
          </a:prstGeom>
          <a:solidFill>
            <a:srgbClr val="C9D0D9"/>
          </a:solidFill>
          <a:ln/>
        </p:spPr>
      </p:sp>
      <p:sp>
        <p:nvSpPr>
          <p:cNvPr id="51" name="Stream 3 final"/>
          <p:cNvSpPr/>
          <p:nvPr/>
        </p:nvSpPr>
        <p:spPr>
          <a:xfrm>
            <a:off x="2148840" y="5596128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17375E"/>
          </a:solidFill>
          <a:ln/>
        </p:spPr>
      </p:sp>
      <p:sp>
        <p:nvSpPr>
          <p:cNvPr id="52" name="Stream 3 removed"/>
          <p:cNvSpPr/>
          <p:nvPr/>
        </p:nvSpPr>
        <p:spPr>
          <a:xfrm>
            <a:off x="3154680" y="5596128"/>
            <a:ext cx="1280160" cy="237744"/>
          </a:xfrm>
          <a:prstGeom prst="rect">
            <a:avLst/>
          </a:prstGeom>
          <a:solidFill>
            <a:srgbClr val="FBE2D9"/>
          </a:solidFill>
          <a:ln w="12700">
            <a:solidFill>
              <a:srgbClr val="E8613C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0" y="526694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6858000" y="5568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73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600" dirty="0"/>
          </a:p>
        </p:txBody>
      </p:sp>
      <p:sp>
        <p:nvSpPr>
          <p:cNvPr id="55" name="Stream 3 period"/>
          <p:cNvSpPr/>
          <p:nvPr/>
        </p:nvSpPr>
        <p:spPr>
          <a:xfrm>
            <a:off x="9372600" y="5596128"/>
            <a:ext cx="1682496" cy="237744"/>
          </a:xfrm>
          <a:prstGeom prst="roundRect">
            <a:avLst>
              <a:gd name="adj" fmla="val 50000"/>
            </a:avLst>
          </a:prstGeom>
          <a:solidFill>
            <a:srgbClr val="5F7FA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372600" y="52669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Mmm yyyy – dd Mmm yyyy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removed = baseline − final count. Totals are the sum of the three streams.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7982712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6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– data to be entered in data.json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 streamlining – impact by stream</dc:title>
  <dc:subject>PptxGenJS Presentation</dc:subject>
  <dc:creator>PptxGenJS</dc:creator>
  <cp:lastModifiedBy>PptxGenJS</cp:lastModifiedBy>
  <cp:revision>1</cp:revision>
  <dcterms:created xsi:type="dcterms:W3CDTF">2026-10-12T16:02:01Z</dcterms:created>
  <dcterms:modified xsi:type="dcterms:W3CDTF">2026-10-12T16:02:01Z</dcterms:modified>
</cp:coreProperties>
</file>